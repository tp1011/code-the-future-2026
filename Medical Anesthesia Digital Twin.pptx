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Poppins" panose="00000500000000000000" pitchFamily="2" charset="0"/>
      <p:regular r:id="rId5"/>
    </p:embeddedFont>
    <p:embeddedFont>
      <p:font typeface="Poppins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21328" y="-1543050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3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556089" y="-410656"/>
            <a:ext cx="2943940" cy="1953706"/>
          </a:xfrm>
          <a:custGeom>
            <a:avLst/>
            <a:gdLst/>
            <a:ahLst/>
            <a:cxnLst/>
            <a:rect l="l" t="t" r="r" b="b"/>
            <a:pathLst>
              <a:path w="2943940" h="1953706">
                <a:moveTo>
                  <a:pt x="2943940" y="0"/>
                </a:moveTo>
                <a:lnTo>
                  <a:pt x="0" y="0"/>
                </a:lnTo>
                <a:lnTo>
                  <a:pt x="0" y="1953706"/>
                </a:lnTo>
                <a:lnTo>
                  <a:pt x="2943940" y="1953706"/>
                </a:lnTo>
                <a:lnTo>
                  <a:pt x="29439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64004" y="4036587"/>
            <a:ext cx="14776196" cy="2905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2"/>
              </a:lnSpc>
            </a:pPr>
            <a:r>
              <a:rPr lang="en-US" sz="11669" b="1" spc="-595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Medical Anesthesia Digital Twin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843604"/>
            <a:ext cx="4942658" cy="509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954">
                <a:solidFill>
                  <a:srgbClr val="090147"/>
                </a:solidFill>
                <a:latin typeface="Poppins"/>
                <a:ea typeface="Poppins"/>
                <a:cs typeface="Poppins"/>
                <a:sym typeface="Poppins"/>
              </a:rPr>
              <a:t>CYBERSECURITY: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744950" y="8619148"/>
            <a:ext cx="3086100" cy="30861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96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>
            <a:off x="15075538" y="8201986"/>
            <a:ext cx="2943940" cy="1953706"/>
          </a:xfrm>
          <a:custGeom>
            <a:avLst/>
            <a:gdLst/>
            <a:ahLst/>
            <a:cxnLst/>
            <a:rect l="l" t="t" r="r" b="b"/>
            <a:pathLst>
              <a:path w="2943940" h="1953706">
                <a:moveTo>
                  <a:pt x="2943940" y="0"/>
                </a:moveTo>
                <a:lnTo>
                  <a:pt x="0" y="0"/>
                </a:lnTo>
                <a:lnTo>
                  <a:pt x="0" y="1953705"/>
                </a:lnTo>
                <a:lnTo>
                  <a:pt x="2943940" y="1953705"/>
                </a:lnTo>
                <a:lnTo>
                  <a:pt x="29439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44950" y="8619148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9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546875" y="245043"/>
            <a:ext cx="1983505" cy="1316326"/>
          </a:xfrm>
          <a:custGeom>
            <a:avLst/>
            <a:gdLst/>
            <a:ahLst/>
            <a:cxnLst/>
            <a:rect l="l" t="t" r="r" b="b"/>
            <a:pathLst>
              <a:path w="1983505" h="1316326">
                <a:moveTo>
                  <a:pt x="1983505" y="0"/>
                </a:moveTo>
                <a:lnTo>
                  <a:pt x="0" y="0"/>
                </a:lnTo>
                <a:lnTo>
                  <a:pt x="0" y="1316326"/>
                </a:lnTo>
                <a:lnTo>
                  <a:pt x="1983505" y="1316326"/>
                </a:lnTo>
                <a:lnTo>
                  <a:pt x="198350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66885" y="6365567"/>
            <a:ext cx="2653478" cy="2423922"/>
            <a:chOff x="0" y="0"/>
            <a:chExt cx="698858" cy="6383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858" cy="638399"/>
            </a:xfrm>
            <a:custGeom>
              <a:avLst/>
              <a:gdLst/>
              <a:ahLst/>
              <a:cxnLst/>
              <a:rect l="l" t="t" r="r" b="b"/>
              <a:pathLst>
                <a:path w="698858" h="638399">
                  <a:moveTo>
                    <a:pt x="148800" y="0"/>
                  </a:moveTo>
                  <a:lnTo>
                    <a:pt x="550058" y="0"/>
                  </a:lnTo>
                  <a:cubicBezTo>
                    <a:pt x="589522" y="0"/>
                    <a:pt x="627370" y="15677"/>
                    <a:pt x="655276" y="43583"/>
                  </a:cubicBezTo>
                  <a:cubicBezTo>
                    <a:pt x="683181" y="71488"/>
                    <a:pt x="698858" y="109336"/>
                    <a:pt x="698858" y="148800"/>
                  </a:cubicBezTo>
                  <a:lnTo>
                    <a:pt x="698858" y="489599"/>
                  </a:lnTo>
                  <a:cubicBezTo>
                    <a:pt x="698858" y="571779"/>
                    <a:pt x="632238" y="638399"/>
                    <a:pt x="550058" y="638399"/>
                  </a:cubicBezTo>
                  <a:lnTo>
                    <a:pt x="148800" y="638399"/>
                  </a:lnTo>
                  <a:cubicBezTo>
                    <a:pt x="66620" y="638399"/>
                    <a:pt x="0" y="571779"/>
                    <a:pt x="0" y="489599"/>
                  </a:cubicBezTo>
                  <a:lnTo>
                    <a:pt x="0" y="148800"/>
                  </a:lnTo>
                  <a:cubicBezTo>
                    <a:pt x="0" y="66620"/>
                    <a:pt x="66620" y="0"/>
                    <a:pt x="148800" y="0"/>
                  </a:cubicBezTo>
                  <a:close/>
                </a:path>
              </a:pathLst>
            </a:custGeom>
            <a:solidFill>
              <a:srgbClr val="FD696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85725"/>
              <a:ext cx="698858" cy="7241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NIVEL PROPOFOL</a:t>
              </a:r>
            </a:p>
            <a:p>
              <a:pPr algn="ctr">
                <a:lnSpc>
                  <a:spcPts val="4200"/>
                </a:lnSpc>
              </a:pPr>
              <a:endPara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05692" y="3913658"/>
            <a:ext cx="3086100" cy="308610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696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812800" cy="898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MODEL DE SIMULARE</a:t>
              </a:r>
            </a:p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DIGITAL TWIN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173200" y="3913658"/>
            <a:ext cx="3086100" cy="308610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96E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REZULTATE FIZIOLOGICE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471210" y="305632"/>
            <a:ext cx="13224200" cy="160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55"/>
              </a:lnSpc>
            </a:pPr>
            <a:r>
              <a:rPr lang="en-US" sz="11620" b="1" spc="-59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SOLUȚIA TEHNICĂ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076482" y="4067872"/>
            <a:ext cx="2413335" cy="742133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7" name="AutoShape 17"/>
          <p:cNvSpPr/>
          <p:nvPr/>
        </p:nvSpPr>
        <p:spPr>
          <a:xfrm flipV="1">
            <a:off x="4076482" y="6019177"/>
            <a:ext cx="2417810" cy="98058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8" name="AutoShape 18"/>
          <p:cNvSpPr/>
          <p:nvPr/>
        </p:nvSpPr>
        <p:spPr>
          <a:xfrm flipV="1">
            <a:off x="10642255" y="5456708"/>
            <a:ext cx="28241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9" name="Group 19"/>
          <p:cNvGrpSpPr/>
          <p:nvPr/>
        </p:nvGrpSpPr>
        <p:grpSpPr>
          <a:xfrm>
            <a:off x="766885" y="2861770"/>
            <a:ext cx="2653478" cy="2281730"/>
            <a:chOff x="0" y="0"/>
            <a:chExt cx="698858" cy="60094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858" cy="600949"/>
            </a:xfrm>
            <a:custGeom>
              <a:avLst/>
              <a:gdLst/>
              <a:ahLst/>
              <a:cxnLst/>
              <a:rect l="l" t="t" r="r" b="b"/>
              <a:pathLst>
                <a:path w="698858" h="600949">
                  <a:moveTo>
                    <a:pt x="148800" y="0"/>
                  </a:moveTo>
                  <a:lnTo>
                    <a:pt x="550058" y="0"/>
                  </a:lnTo>
                  <a:cubicBezTo>
                    <a:pt x="589522" y="0"/>
                    <a:pt x="627370" y="15677"/>
                    <a:pt x="655276" y="43583"/>
                  </a:cubicBezTo>
                  <a:cubicBezTo>
                    <a:pt x="683181" y="71488"/>
                    <a:pt x="698858" y="109336"/>
                    <a:pt x="698858" y="148800"/>
                  </a:cubicBezTo>
                  <a:lnTo>
                    <a:pt x="698858" y="452149"/>
                  </a:lnTo>
                  <a:cubicBezTo>
                    <a:pt x="698858" y="534329"/>
                    <a:pt x="632238" y="600949"/>
                    <a:pt x="550058" y="600949"/>
                  </a:cubicBezTo>
                  <a:lnTo>
                    <a:pt x="148800" y="600949"/>
                  </a:lnTo>
                  <a:cubicBezTo>
                    <a:pt x="66620" y="600949"/>
                    <a:pt x="0" y="534329"/>
                    <a:pt x="0" y="452149"/>
                  </a:cubicBezTo>
                  <a:lnTo>
                    <a:pt x="0" y="148800"/>
                  </a:lnTo>
                  <a:cubicBezTo>
                    <a:pt x="0" y="66620"/>
                    <a:pt x="66620" y="0"/>
                    <a:pt x="148800" y="0"/>
                  </a:cubicBezTo>
                  <a:close/>
                </a:path>
              </a:pathLst>
            </a:custGeom>
            <a:solidFill>
              <a:srgbClr val="FD696E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85725"/>
              <a:ext cx="698858" cy="686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PROFIL PACIENT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68999" y="7338702"/>
            <a:ext cx="7890774" cy="78907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96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33999" y="1028700"/>
            <a:ext cx="7069552" cy="3358037"/>
          </a:xfrm>
          <a:custGeom>
            <a:avLst/>
            <a:gdLst/>
            <a:ahLst/>
            <a:cxnLst/>
            <a:rect l="l" t="t" r="r" b="b"/>
            <a:pathLst>
              <a:path w="7069552" h="3358037">
                <a:moveTo>
                  <a:pt x="0" y="0"/>
                </a:moveTo>
                <a:lnTo>
                  <a:pt x="7069551" y="0"/>
                </a:lnTo>
                <a:lnTo>
                  <a:pt x="7069551" y="3358037"/>
                </a:lnTo>
                <a:lnTo>
                  <a:pt x="0" y="33580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31349" y="5588773"/>
            <a:ext cx="6874850" cy="3291335"/>
          </a:xfrm>
          <a:custGeom>
            <a:avLst/>
            <a:gdLst/>
            <a:ahLst/>
            <a:cxnLst/>
            <a:rect l="l" t="t" r="r" b="b"/>
            <a:pathLst>
              <a:path w="6874850" h="3291335">
                <a:moveTo>
                  <a:pt x="0" y="0"/>
                </a:moveTo>
                <a:lnTo>
                  <a:pt x="6874851" y="0"/>
                </a:lnTo>
                <a:lnTo>
                  <a:pt x="6874851" y="3291335"/>
                </a:lnTo>
                <a:lnTo>
                  <a:pt x="0" y="3291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18200" y="2738468"/>
            <a:ext cx="7041100" cy="3296538"/>
          </a:xfrm>
          <a:custGeom>
            <a:avLst/>
            <a:gdLst/>
            <a:ahLst/>
            <a:cxnLst/>
            <a:rect l="l" t="t" r="r" b="b"/>
            <a:pathLst>
              <a:path w="7041100" h="3296538">
                <a:moveTo>
                  <a:pt x="0" y="0"/>
                </a:moveTo>
                <a:lnTo>
                  <a:pt x="7041100" y="0"/>
                </a:lnTo>
                <a:lnTo>
                  <a:pt x="7041100" y="3296538"/>
                </a:lnTo>
                <a:lnTo>
                  <a:pt x="0" y="32965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4686" r="-1244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86328" y="261668"/>
            <a:ext cx="7356574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STAREA PACIENTULUI ÎNAINTEA ADMINISTRĂRII ANESTEZIEI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15244" y="2081545"/>
            <a:ext cx="7047012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STAREA PACIENTULUI DUPĂ ADMINISTRAREA ANESTEZIEI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9877" y="5086350"/>
            <a:ext cx="802947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STAREA PACIENTULUI DUPĂ ESTOMPAREA EFECTULUI ANESTEZIEI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</Words>
  <Application>Microsoft Office PowerPoint</Application>
  <PresentationFormat>Custom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Calibri</vt:lpstr>
      <vt:lpstr>Poppins</vt:lpstr>
      <vt:lpstr>Poppins Bold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Tosca Modern Illustrative Cybersecurity Presentation</dc:title>
  <cp:lastModifiedBy>teodor.posea@gmail.com</cp:lastModifiedBy>
  <cp:revision>2</cp:revision>
  <dcterms:created xsi:type="dcterms:W3CDTF">2006-08-16T00:00:00Z</dcterms:created>
  <dcterms:modified xsi:type="dcterms:W3CDTF">2026-04-24T21:35:02Z</dcterms:modified>
  <dc:identifier>DAGs9kuMM8U</dc:identifier>
</cp:coreProperties>
</file>